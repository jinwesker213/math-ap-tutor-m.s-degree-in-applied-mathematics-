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1"/>
  </p:normalViewPr>
  <p:slideViewPr>
    <p:cSldViewPr snapToGrid="0" snapToObjects="1">
      <p:cViewPr varScale="1">
        <p:scale>
          <a:sx n="122" d="100"/>
          <a:sy n="122" d="100"/>
        </p:scale>
        <p:origin x="2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7373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338CA"/>
                </a:solidFill>
                <a:latin typeface="微软雅黑"/>
                <a:ea typeface="微软雅黑"/>
              </a:rPr>
              <a:t>WorkBuddy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微软雅黑"/>
                <a:ea typeface="微软雅黑"/>
              </a:rPr>
              <a:t>定位错误起点 · 验证是否修复 · 家长看得见的进步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商业计划书（思路梳理版）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1. 定位：可证明的学习进步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338CA"/>
                </a:solidFill>
                <a:latin typeface="微软雅黑"/>
                <a:ea typeface="微软雅黑"/>
              </a:rPr>
              <a:t>当家长投入辅导费用时，
他们需要看到孩子取得可衡量进步的明确证据。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微软雅黑"/>
                <a:ea typeface="微软雅黑"/>
              </a:rPr>
              <a:t>核心逻辑：家长购买的不是辅导时间，
而是可以被证明的学习进步。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2. 不是「另一个会讲题的 AI」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微软雅黑"/>
                <a:ea typeface="微软雅黑"/>
              </a:rPr>
              <a:t>ChatGPT、Photomath、Khan Academy 已能提供一般性讲解。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338CA"/>
                </a:solidFill>
                <a:latin typeface="微软雅黑"/>
                <a:ea typeface="微软雅黑"/>
              </a:rPr>
              <a:t>WorkBuddy 集中解决一个更窄但更有价值的问题：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latin typeface="微软雅黑"/>
                <a:ea typeface="微软雅黑"/>
              </a:rPr>
              <a:t>学生交上一份答案后，判断错误从哪一步开始、属于哪类能力缺口；</a:t>
            </a:r>
          </a:p>
          <a:p>
            <a:pPr>
              <a:spcAft>
                <a:spcPts val="1000"/>
              </a:spcAft>
            </a:pPr>
            <a:r>
              <a:rPr sz="2000" b="0">
                <a:latin typeface="微软雅黑"/>
                <a:ea typeface="微软雅黑"/>
              </a:rPr>
              <a:t>并通过后续题目，验证学生是否真正修复了该问题。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3. 第一版只需五项功能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1　</a:t>
            </a:r>
            <a:r>
              <a:rPr sz="2000" b="0">
                <a:latin typeface="微软雅黑"/>
                <a:ea typeface="微软雅黑"/>
              </a:rPr>
              <a:t>学生上传题目和自己的解答。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2　</a:t>
            </a:r>
            <a:r>
              <a:rPr sz="2000" b="0">
                <a:latin typeface="微软雅黑"/>
                <a:ea typeface="微软雅黑"/>
              </a:rPr>
              <a:t>系统提取每一步推理。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3　</a:t>
            </a:r>
            <a:r>
              <a:rPr sz="2000" b="0">
                <a:latin typeface="微软雅黑"/>
                <a:ea typeface="微软雅黑"/>
              </a:rPr>
              <a:t>标记第一个无法成立的步骤。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4　</a:t>
            </a:r>
            <a:r>
              <a:rPr sz="2000" b="0">
                <a:latin typeface="微软雅黑"/>
                <a:ea typeface="微软雅黑"/>
              </a:rPr>
              <a:t>解释错误类型，并给出 1~2 道针对性题目。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5　</a:t>
            </a:r>
            <a:r>
              <a:rPr sz="2000" b="0">
                <a:latin typeface="微软雅黑"/>
                <a:ea typeface="微软雅黑"/>
              </a:rPr>
              <a:t>完成复测后，生成一页家长报告。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4. 家长报告：一页回答四个问题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338CA"/>
                </a:solidFill>
                <a:latin typeface="微软雅黑"/>
                <a:ea typeface="微软雅黑"/>
              </a:rPr>
              <a:t>本周完成了什么？　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338CA"/>
                </a:solidFill>
                <a:latin typeface="微软雅黑"/>
                <a:ea typeface="微软雅黑"/>
              </a:rPr>
              <a:t>主要错误在哪里？　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338CA"/>
                </a:solidFill>
                <a:latin typeface="微软雅黑"/>
                <a:ea typeface="微软雅黑"/>
              </a:rPr>
              <a:t>该错误是否已经修复？　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338CA"/>
                </a:solidFill>
                <a:latin typeface="微软雅黑"/>
                <a:ea typeface="微软雅黑"/>
              </a:rPr>
              <a:t>下一阶段应该练习什么？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5. 技能掌握地图（替代 C/B/A 标签）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系统行动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未掌握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前置知识缺失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回补基础概念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部分掌握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会计算但不能解释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增加变式和推理题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稳定掌握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多种题型表现稳定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进入下一知识点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可迁移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能处理陌生情境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微软雅黑"/>
                          <a:ea typeface="微软雅黑"/>
                        </a:rPr>
                        <a:t>冲刺高难度题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家长看到的是具体缺口，而不是孩子被贴上 C、B、A 的标签。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6. 准确性：四层验证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教材溯源　</a:t>
            </a:r>
            <a:r>
              <a:rPr sz="1800" b="0">
                <a:latin typeface="微软雅黑"/>
                <a:ea typeface="微软雅黑"/>
              </a:rPr>
              <a:t>每个判断对应具体章节、定理或评分标准。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数学验证　</a:t>
            </a:r>
            <a:r>
              <a:rPr sz="1800" b="0">
                <a:latin typeface="微软雅黑"/>
                <a:ea typeface="微软雅黑"/>
              </a:rPr>
              <a:t>符号计算、数值检查、规则引擎复核答案。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错误分类　</a:t>
            </a:r>
            <a:r>
              <a:rPr sz="1800" b="0">
                <a:latin typeface="微软雅黑"/>
                <a:ea typeface="微软雅黑"/>
              </a:rPr>
              <a:t>区分计算错误 / 概念错误 / 读题错误 / 推理断裂。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人工升级　</a:t>
            </a:r>
            <a:r>
              <a:rPr sz="1800" b="0">
                <a:latin typeface="微软雅黑"/>
                <a:ea typeface="微软雅黑"/>
              </a:rPr>
              <a:t>低置信度或争议题交给教师审核。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38CA"/>
                </a:solidFill>
                <a:latin typeface="微软雅黑"/>
                <a:ea typeface="微软雅黑"/>
              </a:rPr>
              <a:t>有证据的诊断：「学生在第二步错误地使用了链式法则；该错误随后导致第三步和最终答案失效。」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7. 目标客户：家长 + 教育机构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家长（核心）　</a:t>
            </a:r>
            <a:r>
              <a:rPr sz="2000" b="0">
                <a:latin typeface="微软雅黑"/>
                <a:ea typeface="微软雅黑"/>
              </a:rPr>
              <a:t>国际学校专注 AP 课程的家长群；各家庭轮流分享、口碑传播。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教育机构　</a:t>
            </a:r>
            <a:r>
              <a:rPr sz="2000" b="0">
                <a:latin typeface="微软雅黑"/>
                <a:ea typeface="微软雅黑"/>
              </a:rPr>
              <a:t>作为采购方与渠道。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学生　</a:t>
            </a:r>
            <a:r>
              <a:rPr sz="2000" b="0">
                <a:latin typeface="微软雅黑"/>
                <a:ea typeface="微软雅黑"/>
              </a:rPr>
              <a:t>最终使用者。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提示：付费者 / 使用者 / 渠道目标需对齐；先跑通「家长 + 学生 + 辅导老师」的最小闭环。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8. 技术形态：智能代理虚拟形象（Agent Avatar）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形态　</a:t>
            </a:r>
            <a:r>
              <a:rPr sz="2000" b="0">
                <a:latin typeface="微软雅黑"/>
                <a:ea typeface="微软雅黑"/>
              </a:rPr>
              <a:t>未来以「应用程序（App）」形式呈现。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目的　</a:t>
            </a:r>
            <a:r>
              <a:rPr sz="2000" b="0">
                <a:latin typeface="微软雅黑"/>
                <a:ea typeface="微软雅黑"/>
              </a:rPr>
              <a:t>让机器人的对话不再枯燥。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338CA"/>
                </a:solidFill>
                <a:latin typeface="微软雅黑"/>
                <a:ea typeface="微软雅黑"/>
              </a:rPr>
              <a:t>价值　</a:t>
            </a:r>
            <a:r>
              <a:rPr sz="2000" b="0">
                <a:latin typeface="微软雅黑"/>
                <a:ea typeface="微软雅黑"/>
              </a:rPr>
              <a:t>改善学生、家长及教育机构的互动体验，不再沉闷乏味。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9. 4~6 周小实验（Pilot）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科目　</a:t>
            </a:r>
            <a:r>
              <a:rPr sz="1800" b="0">
                <a:latin typeface="微软雅黑"/>
                <a:ea typeface="微软雅黑"/>
              </a:rPr>
              <a:t>AP Calculus AB 的一个单元；学生 15~30 人。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流程　</a:t>
            </a:r>
            <a:r>
              <a:rPr sz="1800" b="0">
                <a:latin typeface="微软雅黑"/>
                <a:ea typeface="微软雅黑"/>
              </a:rPr>
              <a:t>基线诊断 → 每周两次错误诊断 + 针对性练习 → 复测（难度相当、题目不同）。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人工审核　</a:t>
            </a:r>
            <a:r>
              <a:rPr sz="1800" b="0">
                <a:latin typeface="微软雅黑"/>
                <a:ea typeface="微软雅黑"/>
              </a:rPr>
              <a:t>数学教师审核 AI 的诊断。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核心指标　</a:t>
            </a:r>
            <a:r>
              <a:rPr sz="1800" b="0">
                <a:latin typeface="微软雅黑"/>
                <a:ea typeface="微软雅黑"/>
              </a:rPr>
              <a:t>错误定位准确率、前后测提升、练习完成率。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338CA"/>
                </a:solidFill>
                <a:latin typeface="微软雅黑"/>
                <a:ea typeface="微软雅黑"/>
              </a:rPr>
              <a:t>商业指标　</a:t>
            </a:r>
            <a:r>
              <a:rPr sz="1800" b="0">
                <a:latin typeface="微软雅黑"/>
                <a:ea typeface="微软雅黑"/>
              </a:rPr>
              <a:t>家长报告阅读率、付费意愿、续用意愿。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338CA"/>
                </a:solidFill>
                <a:latin typeface="微软雅黑"/>
                <a:ea typeface="微软雅黑"/>
              </a:rPr>
              <a:t>10. 团队分工：一页合作约定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338CA"/>
                </a:solidFill>
                <a:latin typeface="微软雅黑"/>
                <a:ea typeface="微软雅黑"/>
              </a:rPr>
              <a:t>需写清　</a:t>
            </a:r>
            <a:r>
              <a:rPr sz="1700" b="0">
                <a:latin typeface="微软雅黑"/>
                <a:ea typeface="微软雅黑"/>
              </a:rPr>
              <a:t>谁负责诊断体系 / 软件实现 / 联系客户 / 所有权 / 退出处理 / 股权 / 共同决策。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338CA"/>
                </a:solidFill>
                <a:latin typeface="微软雅黑"/>
                <a:ea typeface="微软雅黑"/>
              </a:rPr>
              <a:t>陈（数学）　</a:t>
            </a:r>
            <a:r>
              <a:rPr sz="1700" b="0">
                <a:latin typeface="微软雅黑"/>
                <a:ea typeface="微软雅黑"/>
              </a:rPr>
              <a:t>数学错误分类、诊断逻辑、测试题与评估设计、准确率验证、家长报告结构。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338CA"/>
                </a:solidFill>
                <a:latin typeface="微软雅黑"/>
                <a:ea typeface="微软雅黑"/>
              </a:rPr>
              <a:t>同学　</a:t>
            </a:r>
            <a:r>
              <a:rPr sz="1700" b="0">
                <a:latin typeface="微软雅黑"/>
                <a:ea typeface="微软雅黑"/>
              </a:rPr>
              <a:t>产品开发、界面、客户试点或教学内容。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微软雅黑"/>
                <a:ea typeface="微软雅黑"/>
              </a:rPr>
              <a:t>避免「两个人都负责战略，没有人负责每天交付」。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338CA"/>
                </a:solidFill>
                <a:latin typeface="微软雅黑"/>
                <a:ea typeface="微软雅黑"/>
              </a:rPr>
              <a:t>家长购买的不是辅导时间，
而是可以被证明的学习进步。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微软雅黑"/>
                <a:ea typeface="微软雅黑"/>
              </a:rPr>
              <a:t>WorkBuddy 的壁垒：不仅告诉你答案对不对，
还找出错误从哪里产生，并用新题目证明它是否真正被修复。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346</Words>
  <Application>Microsoft Macintosh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Yuchen Jin</cp:lastModifiedBy>
  <cp:revision>1</cp:revision>
  <dcterms:created xsi:type="dcterms:W3CDTF">2013-01-27T09:14:16Z</dcterms:created>
  <dcterms:modified xsi:type="dcterms:W3CDTF">2026-10-10T17:39:34Z</dcterms:modified>
  <cp:category/>
</cp:coreProperties>
</file>